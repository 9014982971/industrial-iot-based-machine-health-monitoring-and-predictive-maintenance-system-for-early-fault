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5701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IoT-Based Machine Health Monitoring and Predictive Maintenance System for Early Fault Detection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59372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continuous, intelligent system for monitoring industrial machine health, enabling early fault detection and predictive maintenance — at the heart of Industry 4.0.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5376-8B44-9D38-0A2D-0FA9EDA4EB27}"/>
              </a:ext>
            </a:extLst>
          </p:cNvPr>
          <p:cNvSpPr txBox="1"/>
          <p:nvPr/>
        </p:nvSpPr>
        <p:spPr>
          <a:xfrm>
            <a:off x="10188374" y="6214725"/>
            <a:ext cx="200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KUNA MANI KANTA</a:t>
            </a:r>
            <a:br>
              <a:rPr lang="en-IN"/>
            </a:br>
            <a:r>
              <a:rPr lang="en-IN"/>
              <a:t>323129520080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Unexpected Failures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Machine breakdowns cause production delays, increased maintenance costs, and significant equipment downtime.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approaches rely on periodic inspections or repairs after failure — not before it.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Blindness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methods make it difficult to identify developing faults before they cause equipment failure.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Need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 require intelligent, continuous machine-condition monitoring to stay competitive and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7614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Industrial IoT-based machine health monitoring and predictive maintenance system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that continuously collects machine operating data using IoT sensors and predictive analytics.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5345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collection of machine operating data via IoT sensors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Predictive analytics to identify abnormal machine behavior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platform for monitoring machine health across all equipment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maintenance teams to act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major failures occur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673997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96073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89128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shifts maintenance from reactive to proactive — detecting faults early and preventing costly breakdowns.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07579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integrates eight key hardware and software components working in concert to deliver continuous machine health intelligence.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134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03" y="1620540"/>
            <a:ext cx="175414" cy="1754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34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Vibration Sensors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134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imbalance and bearing faults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049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27036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7522" y="1620540"/>
            <a:ext cx="175414" cy="175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036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7036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thermal behavior and overheating risks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147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34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03" y="2880717"/>
            <a:ext cx="175414" cy="1754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134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Sensors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134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electrical load and motor performance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049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036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522" y="2880717"/>
            <a:ext cx="175414" cy="1754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036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 Modules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7036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 sensor data reliably to the cloud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147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9134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503" y="4140895"/>
            <a:ext cx="175414" cy="1754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34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9134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Store and process large volumes of machine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049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27036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7522" y="4140895"/>
            <a:ext cx="175414" cy="1754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036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Monitoring Platform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7036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visibility into all machine health metrics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6147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79134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503" y="5401072"/>
            <a:ext cx="175414" cy="1754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134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9134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Analyze patterns and forecast potential faults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4049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40" name="Shape 31"/>
          <p:cNvSpPr/>
          <p:nvPr/>
        </p:nvSpPr>
        <p:spPr>
          <a:xfrm>
            <a:off x="627036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7522" y="5401072"/>
            <a:ext cx="175414" cy="1754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27036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Secure User Interface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27036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Role-based access for maintenance teams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&amp; Alert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in Cloud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end-to-end pipeline moves from raw sensor readings to actionable maintenance alerts — continuously and automatically — ensuring faults are caught at the earliest possible stage before they escalate into costly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26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Monitoring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13061"/>
            <a:ext cx="69385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System Continuously Tracks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1678087"/>
            <a:ext cx="221451" cy="22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285" y="1673523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Vibration Levels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285" y="201949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anomalies as they develop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2465090"/>
            <a:ext cx="221451" cy="221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285" y="2460526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Trends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1285" y="2806502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overheating patterns over time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3252093"/>
            <a:ext cx="221451" cy="221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1285" y="324752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Electrical / Current Behavior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41285" y="3593505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Spot motor load irregularities instantly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039096"/>
            <a:ext cx="221451" cy="221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1285" y="403453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1285" y="438050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condition score per asset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826099"/>
            <a:ext cx="221451" cy="221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1285" y="4821535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Equipment Performance &amp; Maintenance History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1285" y="5167511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 analysis and historical fault records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5613102"/>
            <a:ext cx="221451" cy="221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1285" y="5608538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Alerts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1141285" y="5954514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Immediate notifications when thresholds are breached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70" y="1488579"/>
            <a:ext cx="3569901" cy="356999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66570" y="5188347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creates a live picture of machine condition, enabling teams to identify abnormal conditions the moment they emerge — not after damage has occurred.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513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and Early Fault Detection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16163"/>
            <a:ext cx="6296860" cy="3690342"/>
          </a:xfrm>
          <a:prstGeom prst="roundRect">
            <a:avLst>
              <a:gd name="adj" fmla="val 76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23627" y="0"/>
                </a:moveTo>
                <a:lnTo>
                  <a:pt x="3148430" y="0"/>
                </a:lnTo>
                <a:lnTo>
                  <a:pt x="3148430" y="1996380"/>
                </a:lnTo>
                <a:lnTo>
                  <a:pt x="0" y="1996380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42236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2913856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 after failure. High costs, unplanned downtime, and production loss.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16163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Periodic Maintenance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13856"/>
            <a:ext cx="27704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Scheduled inspections regardless of actual machine condition. Inefficient and often too late.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312543"/>
            <a:ext cx="6296860" cy="1693962"/>
          </a:xfrm>
          <a:custGeom>
            <a:avLst/>
            <a:gdLst/>
            <a:ahLst/>
            <a:cxnLst/>
            <a:rect l="l" t="t" r="r" b="b"/>
            <a:pathLst>
              <a:path w="6296860" h="1693962">
                <a:moveTo>
                  <a:pt x="0" y="0"/>
                </a:moveTo>
                <a:lnTo>
                  <a:pt x="6296860" y="0"/>
                </a:lnTo>
                <a:lnTo>
                  <a:pt x="6296860" y="1670334"/>
                </a:lnTo>
                <a:arcTo wR="23627" hR="23628" stAng="0" swAng="5400000"/>
                <a:lnTo>
                  <a:pt x="23627" y="1693962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31254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422367" y="45015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✓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2367" y="4910237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Abnormal sensor patterns trigger early warnings. Teams schedule servicing before breakdowns occur — maximizing reliability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200003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Maintenance Teams See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394869"/>
            <a:ext cx="4764068" cy="892671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health status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condition per asset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Vibration levels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real-time waveform data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trends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historical and current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history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full service log per machine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alerts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prioritized notifications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Equipment performance analytics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KPIs and trends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machine information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operational data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72403" y="4330005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secure, user-friendly interface consolidates all machine intelligence in one place — enabling maintenance teams to make fast, informed decisions with confidence.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88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Major Benefits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66305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7939" y="2022773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Unexpected Downtime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7939" y="2641501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Faults caught early prevent unplanned stoppages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7954" y="1866305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504418" y="2022773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Maintenance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04418" y="2396927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Targeted servicing replaces blanket periodic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385344"/>
            <a:ext cx="25569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7939" y="3541812"/>
            <a:ext cx="22439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Equipment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939" y="3915966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health tracking extends asset life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7954" y="3385344"/>
            <a:ext cx="25570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04418" y="3541812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4418" y="3915966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Less downtime means more operational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659809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7939" y="4816277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Faster Fault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939" y="5435005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alerts at the earliest sign of anomaly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47954" y="4659809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504418" y="4816277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Timely Scheduling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04418" y="5190430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maintenance windows without disrupting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089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Suitable Application Areas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89" y="1866305"/>
            <a:ext cx="391309" cy="3913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46419" y="1866305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Manufacturing Industries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5840" y="1866305"/>
            <a:ext cx="391309" cy="39131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549169" y="1866305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Production Plants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2614712"/>
            <a:ext cx="391309" cy="39131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4641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Warehouses</a:t>
            </a:r>
            <a:endParaRPr lang="en-US" sz="15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5840" y="2614712"/>
            <a:ext cx="391309" cy="39131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4916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Energy Facilities</a:t>
            </a:r>
            <a:endParaRPr lang="en-US" sz="15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089" y="3265289"/>
            <a:ext cx="391309" cy="39131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46419" y="3265289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997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and Future Impact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02432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Industrial IoT-based machine health monitoring and predictive maintenance system represents a fundamental shift in how industries manage equipment reliability. By combining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fault detection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the system minimizes unexpected breakdowns and supports timely, targeted maintenance.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115741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75041" y="2257425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75041" y="254258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 machine health tracking ensures assets perform at their best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88965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375041" y="3130649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Productivity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75041" y="3415804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Fewer unplanned stoppages translate directly into more operational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62189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375041" y="4003873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75041" y="4289028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maintenance scheduling eliminates wasteful reactive repairs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735413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5375041" y="4877098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4.0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75041" y="5162252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connected, data-driven maintenance ecosystem ready for the future of manufacturing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5981" y="5741491"/>
            <a:ext cx="60842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Transforming traditional maintenance into intelligent predictive maintenance — keeping machines running, industries thriving, and the future of Industry 4.0 within reach.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3360" y="5621933"/>
            <a:ext cx="19050" cy="635992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751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Medium</vt:lpstr>
      <vt:lpstr>Arial</vt:lpstr>
      <vt:lpstr>DM Sans SemiBold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2026-08-19T06:10:02Z</dcterms:created>
  <dcterms:modified xsi:type="dcterms:W3CDTF">2026-10-04T18:17:33Z</dcterms:modified>
</cp:coreProperties>
</file>